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5" r:id="rId11"/>
    <p:sldId id="266" r:id="rId12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49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3281C7-7174-A653-87B6-B047B959E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DB283-DED6-A4A6-B917-0CEB94871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5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0A120E-0938-EAE1-EA53-A5485BA1A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CF62304-0243-0BD9-7061-CD6AB7A89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816"/>
            <a:ext cx="4831482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7121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headline metrics define the commercial baseline — the foundation for all subsequent regional, category, and temporal analysis.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528242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$1.32B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694706" y="210368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374181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channels, regions, and categories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44703" y="1528242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20K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843290" y="210368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4703" y="2374181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through the omnichannel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2867174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$65.8K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688678" y="3442618"/>
            <a:ext cx="16179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Order Value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6119" y="3713113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High-value B2B and enterprise 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4703" y="2867174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59.9K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5843290" y="344261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Units Sold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4703" y="3713113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product categories and SKUs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4040014"/>
            <a:ext cx="8151763" cy="469627"/>
          </a:xfrm>
          <a:prstGeom prst="roundRect">
            <a:avLst>
              <a:gd name="adj" fmla="val 11490"/>
            </a:avLst>
          </a:prstGeom>
          <a:solidFill>
            <a:srgbClr val="C7C9EA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4221435"/>
            <a:ext cx="160586" cy="12843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3581" y="4176861"/>
            <a:ext cx="806306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revenue trend: </a:t>
            </a: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-1.77%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overall. North region led revenue contribution; East region declined -6.10%.</a:t>
            </a: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99C4A5-B161-3D84-0965-F5B67A0BD4FA}"/>
              </a:ext>
            </a:extLst>
          </p:cNvPr>
          <p:cNvSpPr/>
          <p:nvPr/>
        </p:nvSpPr>
        <p:spPr>
          <a:xfrm>
            <a:off x="7859486" y="4761012"/>
            <a:ext cx="1245596" cy="382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417463"/>
            <a:ext cx="565301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Analysis &amp; Procurement Framework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62298" y="2108448"/>
            <a:ext cx="3096220" cy="616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performance was segmented into three tiers to guide procurement priorities and clearance strategies. Fast-moving products require proactive replenishment to prevent stockouts, while dead-stock items demand targeted clearance campaigns to free working capital.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244" y="868412"/>
            <a:ext cx="3096220" cy="30962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62298" y="4102001"/>
            <a:ext cx="2099072" cy="623962"/>
          </a:xfrm>
          <a:prstGeom prst="roundRect">
            <a:avLst>
              <a:gd name="adj" fmla="val 62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0078" y="419978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Fast-Moving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460078" y="4381723"/>
            <a:ext cx="190351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replenishment to prevent stockouts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3522390" y="4102001"/>
            <a:ext cx="2099146" cy="623962"/>
          </a:xfrm>
          <a:prstGeom prst="roundRect">
            <a:avLst>
              <a:gd name="adj" fmla="val 62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20170" y="419978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Moderate-Moving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20170" y="4381723"/>
            <a:ext cx="190358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reorder cycles and monitoring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5682555" y="4102001"/>
            <a:ext cx="2099072" cy="623962"/>
          </a:xfrm>
          <a:prstGeom prst="roundRect">
            <a:avLst>
              <a:gd name="adj" fmla="val 626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80336" y="419978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Dead Stock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80336" y="4381723"/>
            <a:ext cx="1903512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Clearance campaigns and markdown strategy</a:t>
            </a:r>
            <a:endParaRPr lang="en-US" sz="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EE3A28-7902-D363-91C5-D56F251C2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3957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Growth Trend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7459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YoY 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region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achieved positive YoY growth. The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region's -6.10% decline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primary drag on overall performance and warrants immediate investigation.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875136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demonstrated the strongest seasonal demand across all regions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 &amp; Fashion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were the top-performing categories by revenue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MoM trends show recovery momentum entering Q4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9BECB-93CE-580A-A89E-14D407A4CCAD}"/>
              </a:ext>
            </a:extLst>
          </p:cNvPr>
          <p:cNvSpPr/>
          <p:nvPr/>
        </p:nvSpPr>
        <p:spPr>
          <a:xfrm>
            <a:off x="7859486" y="4761012"/>
            <a:ext cx="1245596" cy="382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033657-CDDC-91AE-C1AD-BF591DDDC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FCB261-1C98-FBC9-29BD-953D131F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77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EC60C-D4EA-4165-1401-C6CB4D00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020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2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231"/>
            <a:ext cx="7756252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Insights, Recommendations &amp; 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08770"/>
            <a:ext cx="27120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1448395"/>
            <a:ext cx="1912293" cy="1417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3940" y="1593354"/>
            <a:ext cx="156522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Strategy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3940" y="1917948"/>
            <a:ext cx="156522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promotions in underperforming regions; replicate North's winning playbook.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0313" y="1448395"/>
            <a:ext cx="1912293" cy="14178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02421" y="1593354"/>
            <a:ext cx="156522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Inventory Strategy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702421" y="1917948"/>
            <a:ext cx="156522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fast-mover replenishment; launch clearance campaigns for dead stock.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2986757"/>
            <a:ext cx="1912293" cy="16220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3940" y="3131716"/>
            <a:ext cx="156522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Regional Strategy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3940" y="3456310"/>
            <a:ext cx="156522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East region decline; expand North practices; monitor trends via dashboards.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0313" y="2986757"/>
            <a:ext cx="1912293" cy="16220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02421" y="3131716"/>
            <a:ext cx="1565225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Strategy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2702421" y="3660428"/>
            <a:ext cx="156522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procurement planning; centralize analytics for faster decision-making.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36157" y="110877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Conclusion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736157" y="1433364"/>
            <a:ext cx="391648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delivers a production-ready analytics framework — from ETL pipeline to executive dashboards — enabling data-driven decisions across sales, inventory, and regional operations.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36157" y="2372246"/>
            <a:ext cx="3916487" cy="1085552"/>
          </a:xfrm>
          <a:prstGeom prst="roundRect">
            <a:avLst>
              <a:gd name="adj" fmla="val 5056"/>
            </a:avLst>
          </a:prstGeom>
          <a:solidFill>
            <a:srgbClr val="B6FCB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829" y="2568848"/>
            <a:ext cx="163339" cy="13067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60838" y="2513335"/>
            <a:ext cx="336113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Achievement: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unified analytics layer transforming $1.32B in transactional data into strategic intelligence for omnichannel retail leadership.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A504F6-9FE7-C477-277B-18C58592C017}"/>
              </a:ext>
            </a:extLst>
          </p:cNvPr>
          <p:cNvSpPr/>
          <p:nvPr/>
        </p:nvSpPr>
        <p:spPr>
          <a:xfrm>
            <a:off x="7859486" y="4761012"/>
            <a:ext cx="1245596" cy="3824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F18E19-64B3-BAE3-D34D-6B50A215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76657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65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323</Words>
  <Application>Microsoft Office PowerPoint</Application>
  <PresentationFormat>On-screen Show (16:9)</PresentationFormat>
  <Paragraphs>49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Utkarsh Dhangar</dc:creator>
  <cp:lastModifiedBy>Utkarsh Dhangar</cp:lastModifiedBy>
  <cp:revision>3</cp:revision>
  <dcterms:created xsi:type="dcterms:W3CDTF">2026-06-12T10:21:38Z</dcterms:created>
  <dcterms:modified xsi:type="dcterms:W3CDTF">2026-06-12T11:00:25Z</dcterms:modified>
</cp:coreProperties>
</file>